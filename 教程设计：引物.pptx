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5" r:id="rId7"/>
    <p:sldId id="266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548EA-560D-538C-4224-074E45D0C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E39567-1FEB-9D83-2F41-EB3A33F30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1AF2F4-3DC5-3500-C9B0-F1B310D0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A27E8-F2BD-DE3B-7F8A-0E5CF2C6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ABDEC-68F0-04CB-01FE-A5C9AB2C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725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E08A7-8AC9-6F70-588F-724B9D457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5C9E7D-6A02-A0A3-84C9-FAD20B69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FFAEA-EC03-D440-3C7C-423FD78F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E96A39-2C9A-D5DD-0A60-C74EE378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97DAD-E5B6-3AF8-8CA9-9E3C0F6C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31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64A2E-6CF7-19AE-4316-2049FDE6C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91667-6273-A01D-B2B5-FBFEA79D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0953E9-F90F-06EA-8289-DB4345E6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7E1B0-7B85-76E9-BAEB-31D786A72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2D6B9-037F-E0AC-1CD9-12C92C69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8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21D4B-B6EA-D62A-1832-7EBFD0F2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FE94B-0BD3-5BB3-E75F-39C9EBEE2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3A672-33EE-37AB-2815-98A38FD69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178ED7-0CF2-3C83-59D7-9885DDCE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5FF715-A27C-42F4-DD92-257248B3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4EA90F-07F9-76E4-C7ED-BC727C7D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5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59B57-7951-C864-4006-C0E2AC33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8B393-C67C-CFBA-1DF7-77DD6328D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1504C4-BB9F-86D4-8889-A06365D38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B80D4D-7954-22D2-9C1A-D6093DD2E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AA5A3-EAA4-B8D6-9D65-F19EB6BB4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BCE605-7873-8888-83A3-7161839F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3AB525-A0B1-C77B-A17F-89870F119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BF117B-61F6-7CD0-88CB-732F5CAD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30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84FE1-0A29-5737-0DCF-C79C24C0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A554F4-4104-F3EC-EDD1-1B361F6F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DB4846-76F4-9F6A-BCDA-DCD479B3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D4286D-8061-4AC9-E3BB-DE8CA137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FA5085-5996-CA15-4CE2-4FF40E04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E4E9CB-B905-9410-D660-81E4FB625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A5CD15-7802-92FE-7014-2B545900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027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B2511-77CA-7C1A-A4AC-5AC91B61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D67A9-01B8-ED6F-D4EA-049151B3D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211BDF-B801-EA1F-5D39-2EB275534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22CB63-0BD8-CF27-D789-A422AC77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23967E-6D13-5249-EFEE-0F6E37FA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7E3578-4308-7A07-5172-4A708EAF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7139E-88D1-C8E6-D500-49EC1F3F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74133F-C9D1-8852-B673-94098FFA4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C34F07-8EFD-4366-456C-F02F1F87D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F3E6E2-47BF-B7E7-ADBD-A88D67BB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2238D9-E4A4-E2C6-8EBD-34E2DA90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57D7E6-A068-046D-E14E-FA4C3419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88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ADDB1-51E4-6454-26BB-CA8FF881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BE7220-AADD-D14E-DA48-46AF2583C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9EFDC-243E-9CE2-69EF-EA1C3F37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C19D6-4241-981E-3767-190A1308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06C6D0-D1B0-005C-1ACB-0DAD8053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86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107B89-1566-174A-7389-75310B7C8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0327BE-4DAD-F9D6-ED5C-A7920B4CE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40A775-ABEF-3C31-5373-DB79E0BF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7450C8-779B-4020-CFDB-08913DC9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3D0B5-4777-45D6-4BDC-56E6C079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4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C5586F-9A65-FBB5-DAC3-2F4D4C9F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AED2A-9706-A3B5-95C2-4B9175B4F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4CC8DD-5FC1-FC08-2DC3-3C7B0BBEE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0178-842F-4311-8F81-F69B296DCD5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86043-5426-11BD-1A62-15573A1C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E434A4-1FAD-5FF7-560C-1FD27CEE9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76252-041B-4C1D-8170-E5A1AB38E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31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2979A10E-6D90-FD2C-ABED-BB370264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675"/>
            <a:ext cx="12192000" cy="62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8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33ADA08-DC3C-C429-AD64-AA4C6C8FA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17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4A06C-DB15-7E66-3039-3CA5DB52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B725826-637B-44E9-848B-8F700595E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7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1FC1-B359-7056-18BE-4156211E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FF738B2-9960-5801-EDD2-6AE8BC08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8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89D33-7C57-3B94-E994-AAE59550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44DA1A1-F6DF-F1A3-7E5A-43672B7A0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9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BD59-AE3C-6E7F-48BF-63770E30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8D79201-5298-8255-1EA5-C40C1272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3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D0A8-6B13-CCB4-F7BA-F3BA1661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C2A2D28C-F6B3-EA29-7CAC-8245F9494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E2C890-0CA3-4FF9-1258-2D5473B79F53}"/>
              </a:ext>
            </a:extLst>
          </p:cNvPr>
          <p:cNvSpPr txBox="1"/>
          <p:nvPr/>
        </p:nvSpPr>
        <p:spPr>
          <a:xfrm>
            <a:off x="7885471" y="2037424"/>
            <a:ext cx="3873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查文献，选文献中报道最多的序列</a:t>
            </a:r>
          </a:p>
        </p:txBody>
      </p:sp>
    </p:spTree>
    <p:extLst>
      <p:ext uri="{BB962C8B-B14F-4D97-AF65-F5344CB8AC3E}">
        <p14:creationId xmlns:p14="http://schemas.microsoft.com/office/powerpoint/2010/main" val="86466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3FFD-8A9E-AF07-C16B-75F956C0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A6FF5AA-045C-2FEA-F71E-14AB292B6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3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7DAA-6F9F-78F0-8F07-7D6BC5666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04392BE-31FD-1345-8D04-0A79F2C1B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4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1622-6C90-11CF-9247-A7ED4497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, 网站&#10;&#10;AI 生成的内容可能不正确。">
            <a:extLst>
              <a:ext uri="{FF2B5EF4-FFF2-40B4-BE49-F238E27FC236}">
                <a16:creationId xmlns:a16="http://schemas.microsoft.com/office/drawing/2014/main" id="{6E567E4A-4E28-0294-CA2C-24F7050F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121920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B68DA-0B98-9C6E-7BF5-E1D36A91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704F0CC-7624-3016-BA2B-042904B71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452"/>
            <a:ext cx="12192000" cy="353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89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</Words>
  <Application>Microsoft Office PowerPoint</Application>
  <PresentationFormat>宽屏</PresentationFormat>
  <Paragraphs>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yipin Xie</dc:creator>
  <cp:lastModifiedBy>yipin Xie</cp:lastModifiedBy>
  <cp:revision>3</cp:revision>
  <dcterms:created xsi:type="dcterms:W3CDTF">2025-12-23T07:47:06Z</dcterms:created>
  <dcterms:modified xsi:type="dcterms:W3CDTF">2025-12-23T08:01:57Z</dcterms:modified>
</cp:coreProperties>
</file>